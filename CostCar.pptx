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3" d="100"/>
          <a:sy n="73" d="100"/>
        </p:scale>
        <p:origin x="66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37EAB8-1B10-4784-93FB-E8F05AF0BD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6B2058F-A727-48AB-86B2-1A5714E8FF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2366330-07EF-4C45-BDED-E4C07A24C3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16766-D579-48A8-8EA1-5F9442FC1F2C}" type="datetimeFigureOut">
              <a:rPr lang="ru-RU" smtClean="0"/>
              <a:t>04.01.2026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FDE1031-D5F6-4789-93CB-A46231408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89851ED-95F9-428F-9B65-416CE5D60F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F8A2C-6F94-4EBB-B708-7E0815B93E0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973903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B610643-CEF8-4772-BEF4-695C6DE532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AA51FC7-09B9-4F6D-A3FB-168CE7A1BC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F3C82F5-55A5-4D4B-8067-F230B9050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16766-D579-48A8-8EA1-5F9442FC1F2C}" type="datetimeFigureOut">
              <a:rPr lang="ru-RU" smtClean="0"/>
              <a:t>04.01.2026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D9AC011-E198-4783-8793-F77D23F44E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66FB009-5DEE-4D06-9F4E-0677E784A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F8A2C-6F94-4EBB-B708-7E0815B93E0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487710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15A08A-554C-49A8-9458-E9A1C47FE7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9F449E9-F290-4B8C-84AB-CE54037F92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942045A-CA53-4707-A199-D63815D68E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16766-D579-48A8-8EA1-5F9442FC1F2C}" type="datetimeFigureOut">
              <a:rPr lang="ru-RU" smtClean="0"/>
              <a:t>04.01.2026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34264DA-0BFD-4A9A-8079-FCB97DA93C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E514920-F5FF-4670-9365-0ED3AB689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F8A2C-6F94-4EBB-B708-7E0815B93E0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62956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B1F9325-8512-479B-9B5E-477DF0F5E1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9AF5FDE-17F6-49CD-8DE4-CC2CE89F74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C537DE0-C1B9-4E98-8BDF-EAA0211166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0A38289-6F65-4265-900A-DECC66AE28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16766-D579-48A8-8EA1-5F9442FC1F2C}" type="datetimeFigureOut">
              <a:rPr lang="ru-RU" smtClean="0"/>
              <a:t>04.01.2026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EB59D6C-7509-4E2A-9AC7-4E585427B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2926DC8-27C5-4E41-A4AE-4156EE3166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F8A2C-6F94-4EBB-B708-7E0815B93E0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1483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11F626F-3242-41E7-9D57-70B41156AA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371333B-A654-4BFF-A0E2-2B96006433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37DADC7-D3E5-4EFC-8A7C-1B53F46589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A35DDFF8-73B3-4FB2-8EF6-65BF841931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6A5928A9-C230-4072-BBCC-15FB586E31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2B39F5EC-69A3-4836-847F-6F3DF2573B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16766-D579-48A8-8EA1-5F9442FC1F2C}" type="datetimeFigureOut">
              <a:rPr lang="ru-RU" smtClean="0"/>
              <a:t>04.01.2026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FD37B74B-3663-433A-8C88-09FBF4F672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765CB24B-8DC0-420E-9F21-169994BEE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F8A2C-6F94-4EBB-B708-7E0815B93E0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29282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26C5BE1-0E98-47C4-91E1-C41DFB1705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B709A0F-0041-46FE-A2EA-5A2914A9F8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16766-D579-48A8-8EA1-5F9442FC1F2C}" type="datetimeFigureOut">
              <a:rPr lang="ru-RU" smtClean="0"/>
              <a:t>04.01.2026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2ED66A9-288E-4816-9C73-91E3D69CB5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AA2255F-462C-409C-96CE-1B0B60B1A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F8A2C-6F94-4EBB-B708-7E0815B93E0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89183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B4F4C5F9-5C16-403B-B464-7DE49685D5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16766-D579-48A8-8EA1-5F9442FC1F2C}" type="datetimeFigureOut">
              <a:rPr lang="ru-RU" smtClean="0"/>
              <a:t>04.01.2026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C4580C8E-892B-43BC-878A-B120B9E474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948CFA5-0EFA-47FA-9C35-AF65D821C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F8A2C-6F94-4EBB-B708-7E0815B93E0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07473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08E7868-AEB1-47FC-A709-83D12E1724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90272C1-B6C4-47C1-A9F8-7412682384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1B12D24-52A7-4C48-BAEF-F567FC2F29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7561ABC-B56E-4FAD-94D8-EBDF0C0289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16766-D579-48A8-8EA1-5F9442FC1F2C}" type="datetimeFigureOut">
              <a:rPr lang="ru-RU" smtClean="0"/>
              <a:t>04.01.2026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0ABE540-5890-4285-8A18-4C947618D6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B15AFED-A6AD-45BA-BDE3-8CBCABC05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F8A2C-6F94-4EBB-B708-7E0815B93E0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42586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681AFB5-9728-48D1-82FC-388CDD5FAC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73DA2E33-24F4-4378-867F-9E5294A233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184FEE8-F89C-418A-9052-7D5821F4B1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A43776D-A203-46F6-94B6-83EA802D47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16766-D579-48A8-8EA1-5F9442FC1F2C}" type="datetimeFigureOut">
              <a:rPr lang="ru-RU" smtClean="0"/>
              <a:t>04.01.2026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E593B9A-0878-4E6A-9AB0-84AF86F67C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4130190-9A05-4678-BFB4-BD67871D9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F8A2C-6F94-4EBB-B708-7E0815B93E0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606194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69B026-79A3-4618-8EFF-1A31051507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E6A4B06-68C8-4ACD-B090-C7C307BF2C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50278B2-FBBE-4EB2-985E-17A65C2B04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16766-D579-48A8-8EA1-5F9442FC1F2C}" type="datetimeFigureOut">
              <a:rPr lang="ru-RU" smtClean="0"/>
              <a:t>04.01.2026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5066FF6-2873-4277-919B-5020044FE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BF81C9F-6A57-4BB6-81E2-A83E88DC0E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F8A2C-6F94-4EBB-B708-7E0815B93E0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661642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1A3187F7-455F-4944-8A94-5909E8D646C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CFA36F6-B17B-42A2-8493-EDE465AFA4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75BB574-9A83-4A43-88F1-9B1F18A4AA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16766-D579-48A8-8EA1-5F9442FC1F2C}" type="datetimeFigureOut">
              <a:rPr lang="ru-RU" smtClean="0"/>
              <a:t>04.01.2026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A2FB090-FBC7-46A5-A5D3-7EA6DC2CA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AD4961C-CE60-453E-9917-CCDBD8FF0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F8A2C-6F94-4EBB-B708-7E0815B93E0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512017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551015-4A52-4113-9293-BE3AC4CC6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8B597EA-7A35-4278-B0D8-C3FAC0B91F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6740CA9-5C86-466B-AE8C-4C53BBDC39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516766-D579-48A8-8EA1-5F9442FC1F2C}" type="datetimeFigureOut">
              <a:rPr lang="ru-RU" smtClean="0"/>
              <a:t>04.01.2026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486D067-EFA0-4352-A07F-B5E43FA799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2DD7620-9B8D-4C31-BF33-8FCE04C2FF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FF8A2C-6F94-4EBB-B708-7E0815B93E0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253711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3836CA-575F-40D6-A9EE-0847E8A3E14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latin typeface="+mn-lt"/>
              </a:rPr>
              <a:t>CostCar</a:t>
            </a:r>
            <a:endParaRPr lang="ru-RU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7165570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EC5496-3699-4A58-ABD0-BFE9136972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800" b="1" dirty="0">
                <a:latin typeface="+mn-lt"/>
              </a:rPr>
              <a:t>Цель</a:t>
            </a:r>
            <a:r>
              <a:rPr lang="en-US" sz="4800" dirty="0">
                <a:latin typeface="+mn-lt"/>
              </a:rPr>
              <a:t>:</a:t>
            </a:r>
            <a:endParaRPr lang="ru-RU" sz="4800" dirty="0">
              <a:latin typeface="+mn-lt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7581D02-6A28-432A-9B6C-AB0F053E50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690688"/>
            <a:ext cx="10515601" cy="4486275"/>
          </a:xfrm>
        </p:spPr>
        <p:txBody>
          <a:bodyPr>
            <a:normAutofit/>
          </a:bodyPr>
          <a:lstStyle/>
          <a:p>
            <a:r>
              <a:rPr lang="ru-RU" sz="4000" b="1" dirty="0"/>
              <a:t>Создание бота который может предсказывать примерную цену </a:t>
            </a:r>
            <a:br>
              <a:rPr lang="ru-RU" sz="4000" b="1" dirty="0"/>
            </a:br>
            <a:r>
              <a:rPr lang="ru-RU" sz="4000" b="1" dirty="0"/>
              <a:t>автомобиля</a:t>
            </a:r>
            <a:endParaRPr lang="ru-RU" sz="4000" dirty="0"/>
          </a:p>
        </p:txBody>
      </p:sp>
    </p:spTree>
    <p:extLst>
      <p:ext uri="{BB962C8B-B14F-4D97-AF65-F5344CB8AC3E}">
        <p14:creationId xmlns:p14="http://schemas.microsoft.com/office/powerpoint/2010/main" val="23562833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0D925F-EA4A-4CD2-BC81-1A1E6D2842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800" b="1" dirty="0">
                <a:latin typeface="+mn-lt"/>
              </a:rPr>
              <a:t>Реализация</a:t>
            </a:r>
            <a:r>
              <a:rPr lang="en-US" sz="4800" b="1" dirty="0">
                <a:latin typeface="+mn-lt"/>
              </a:rPr>
              <a:t>:</a:t>
            </a:r>
            <a:endParaRPr lang="ru-RU" sz="4800" b="1" dirty="0">
              <a:latin typeface="+mn-lt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98E394D-B002-4CD6-BCEE-3832C854AA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4000" b="1" dirty="0"/>
              <a:t>Сделан датасет по которому обучается нейросеть и уже готовая модель получившая данные через телеграмм бота делает предсказание</a:t>
            </a:r>
          </a:p>
        </p:txBody>
      </p:sp>
    </p:spTree>
    <p:extLst>
      <p:ext uri="{BB962C8B-B14F-4D97-AF65-F5344CB8AC3E}">
        <p14:creationId xmlns:p14="http://schemas.microsoft.com/office/powerpoint/2010/main" val="12112104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5A9A2B2-F11A-4A49-AB6B-4F17B1D27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Данные для анализа</a:t>
            </a:r>
            <a:r>
              <a:rPr lang="en-US" b="1" dirty="0"/>
              <a:t>:</a:t>
            </a:r>
            <a:endParaRPr lang="ru-RU" b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3857314-DA00-4A40-8DE5-DC3B3D94A7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5681" y="1866294"/>
            <a:ext cx="4619919" cy="4351338"/>
          </a:xfrm>
        </p:spPr>
        <p:txBody>
          <a:bodyPr>
            <a:normAutofit/>
          </a:bodyPr>
          <a:lstStyle/>
          <a:p>
            <a:r>
              <a:rPr lang="ru-RU" b="1" dirty="0"/>
              <a:t>Коробка передач</a:t>
            </a:r>
          </a:p>
          <a:p>
            <a:r>
              <a:rPr lang="ru-RU" b="1" dirty="0"/>
              <a:t>Тип привода</a:t>
            </a:r>
          </a:p>
          <a:p>
            <a:r>
              <a:rPr lang="ru-RU" b="1" dirty="0"/>
              <a:t>Состояние автомобиля</a:t>
            </a:r>
          </a:p>
          <a:p>
            <a:r>
              <a:rPr lang="ru-RU" b="1" dirty="0"/>
              <a:t>Наличие ДТП</a:t>
            </a:r>
          </a:p>
          <a:p>
            <a:r>
              <a:rPr lang="ru-RU" b="1" dirty="0"/>
              <a:t>Количество владельцев</a:t>
            </a: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DE2AFF77-7CBA-4FE1-9773-B05573AABFD3}"/>
              </a:ext>
            </a:extLst>
          </p:cNvPr>
          <p:cNvSpPr txBox="1">
            <a:spLocks/>
          </p:cNvSpPr>
          <p:nvPr/>
        </p:nvSpPr>
        <p:spPr>
          <a:xfrm>
            <a:off x="838200" y="1866294"/>
            <a:ext cx="410066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1" dirty="0"/>
              <a:t>Марка</a:t>
            </a:r>
          </a:p>
          <a:p>
            <a:r>
              <a:rPr lang="ru-RU" b="1" dirty="0"/>
              <a:t>Модель</a:t>
            </a:r>
          </a:p>
          <a:p>
            <a:r>
              <a:rPr lang="ru-RU" b="1" dirty="0"/>
              <a:t>Год выпуска</a:t>
            </a:r>
          </a:p>
          <a:p>
            <a:r>
              <a:rPr lang="ru-RU" b="1" dirty="0"/>
              <a:t>Пробег</a:t>
            </a:r>
          </a:p>
          <a:p>
            <a:r>
              <a:rPr lang="ru-RU" b="1" dirty="0"/>
              <a:t>Объём двигателя</a:t>
            </a:r>
          </a:p>
        </p:txBody>
      </p:sp>
    </p:spTree>
    <p:extLst>
      <p:ext uri="{BB962C8B-B14F-4D97-AF65-F5344CB8AC3E}">
        <p14:creationId xmlns:p14="http://schemas.microsoft.com/office/powerpoint/2010/main" val="30580506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B17E92-A648-4435-8F2E-B3FE2FE39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Основной технический стек</a:t>
            </a:r>
            <a:r>
              <a:rPr lang="en-US" b="1" dirty="0"/>
              <a:t>: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D0044FE-4433-4059-9DF4-7BB08682E1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TensorFlow – </a:t>
            </a:r>
            <a:r>
              <a:rPr lang="ru-RU" b="1" dirty="0"/>
              <a:t>Обучение нейросети</a:t>
            </a:r>
          </a:p>
          <a:p>
            <a:r>
              <a:rPr lang="en-US" b="1" dirty="0"/>
              <a:t>Scikit-learn</a:t>
            </a:r>
            <a:r>
              <a:rPr lang="ru-RU" b="1" dirty="0"/>
              <a:t> – Подготовка данных</a:t>
            </a:r>
          </a:p>
          <a:p>
            <a:r>
              <a:rPr lang="en-US" b="1" dirty="0"/>
              <a:t>Pandas</a:t>
            </a:r>
            <a:r>
              <a:rPr lang="ru-RU" b="1" dirty="0"/>
              <a:t> – Хранение датасета</a:t>
            </a:r>
          </a:p>
          <a:p>
            <a:r>
              <a:rPr lang="en-US" b="1" dirty="0"/>
              <a:t>Telebot</a:t>
            </a:r>
            <a:r>
              <a:rPr lang="ru-RU" b="1" dirty="0"/>
              <a:t> – Телеграмм бот для взаимодействия с пользователей</a:t>
            </a:r>
          </a:p>
          <a:p>
            <a:r>
              <a:rPr lang="en-US" b="1" dirty="0"/>
              <a:t>J</a:t>
            </a:r>
            <a:r>
              <a:rPr lang="ru-RU" b="1" dirty="0"/>
              <a:t>oblib – сохранение и загрузка обученных моделей</a:t>
            </a:r>
            <a:br>
              <a:rPr lang="ru-RU" dirty="0"/>
            </a:b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995415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6DDFBA-9567-419D-94F0-B3F2014DEF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5003"/>
            <a:ext cx="10515600" cy="1325563"/>
          </a:xfrm>
        </p:spPr>
        <p:txBody>
          <a:bodyPr>
            <a:normAutofit/>
          </a:bodyPr>
          <a:lstStyle/>
          <a:p>
            <a:r>
              <a:rPr lang="ru-RU" b="1" dirty="0"/>
              <a:t>Процесс</a:t>
            </a:r>
            <a:r>
              <a:rPr lang="en-US" b="1" dirty="0"/>
              <a:t>:</a:t>
            </a:r>
            <a:r>
              <a:rPr lang="ru-RU" b="1" dirty="0"/>
              <a:t>          Опрос</a:t>
            </a:r>
            <a:r>
              <a:rPr lang="en-US" b="1" dirty="0"/>
              <a:t>:                      </a:t>
            </a:r>
            <a:r>
              <a:rPr lang="ru-RU" b="1" dirty="0"/>
              <a:t>Итог</a:t>
            </a:r>
            <a:r>
              <a:rPr lang="en-US" b="1" dirty="0"/>
              <a:t>:</a:t>
            </a:r>
            <a:endParaRPr lang="ru-RU" b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0DD0BB6-5193-4291-8179-CFA37ED422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102204" cy="4351338"/>
          </a:xfrm>
        </p:spPr>
        <p:txBody>
          <a:bodyPr/>
          <a:lstStyle/>
          <a:p>
            <a:r>
              <a:rPr lang="ru-RU" b="1" dirty="0"/>
              <a:t>После заполнения опроса бот отправляет примерную цену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AAA4B07-5B42-4E90-8479-CFB632E84E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5339" y="1600197"/>
            <a:ext cx="3014872" cy="5138531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9B6B35D0-E6DE-4E94-B9B6-FE173A8681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7403" y="1600200"/>
            <a:ext cx="2810134" cy="5138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3691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23C524-03B9-40D6-9F9A-E4F9DBF229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Практическое применение</a:t>
            </a:r>
            <a:r>
              <a:rPr lang="en-US" altLang="en-US" b="1" dirty="0"/>
              <a:t>:</a:t>
            </a:r>
            <a:endParaRPr lang="ru-RU" b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21AF1C1-85F8-42D9-9614-4DCABC5E6D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605940" cy="4351338"/>
          </a:xfrm>
        </p:spPr>
        <p:txBody>
          <a:bodyPr/>
          <a:lstStyle/>
          <a:p>
            <a:r>
              <a:rPr lang="ru-RU" b="1" dirty="0"/>
              <a:t>Для покупателей </a:t>
            </a:r>
            <a:r>
              <a:rPr lang="en-US" b="1" dirty="0"/>
              <a:t> –</a:t>
            </a:r>
            <a:r>
              <a:rPr lang="ru-RU" b="1" dirty="0"/>
              <a:t> Проверка справедливости цены перед покупкой</a:t>
            </a:r>
          </a:p>
          <a:p>
            <a:r>
              <a:rPr lang="ru-RU" b="1" dirty="0"/>
              <a:t>Для продавцов </a:t>
            </a:r>
            <a:r>
              <a:rPr lang="en-US" b="1" dirty="0"/>
              <a:t> –</a:t>
            </a:r>
            <a:r>
              <a:rPr lang="ru-RU" b="1" dirty="0"/>
              <a:t> Определение оптимальной цены для быстрой продажи</a:t>
            </a:r>
          </a:p>
          <a:p>
            <a:r>
              <a:rPr lang="ru-RU" b="1" dirty="0"/>
              <a:t>Для перекупщиков </a:t>
            </a:r>
            <a:r>
              <a:rPr lang="en-US" b="1" dirty="0"/>
              <a:t> –</a:t>
            </a:r>
            <a:r>
              <a:rPr lang="ru-RU" b="1" dirty="0"/>
              <a:t> Быстрая оценка потенциальной прибыли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758861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6BB13D-310F-417E-ABCD-E6AB40295F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Итог</a:t>
            </a:r>
            <a:r>
              <a:rPr lang="en-US" b="1" dirty="0"/>
              <a:t>: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060E765-97B8-4DFE-9957-14DC2DBC1D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/>
              <a:t>Проект превращает сложную оценку машины в простой диалог с телеграмм ботом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9271059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138</Words>
  <Application>Microsoft Office PowerPoint</Application>
  <PresentationFormat>Широкоэкранный</PresentationFormat>
  <Paragraphs>30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Тема Office</vt:lpstr>
      <vt:lpstr>CostCar</vt:lpstr>
      <vt:lpstr>Цель:</vt:lpstr>
      <vt:lpstr>Реализация:</vt:lpstr>
      <vt:lpstr>Данные для анализа:</vt:lpstr>
      <vt:lpstr>Основной технический стек:</vt:lpstr>
      <vt:lpstr>Процесс:          Опрос:                      Итог:</vt:lpstr>
      <vt:lpstr>Практическое применение:</vt:lpstr>
      <vt:lpstr>Итог: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CostCar</dc:title>
  <dc:creator>super_kakish</dc:creator>
  <cp:lastModifiedBy>super_kakish</cp:lastModifiedBy>
  <cp:revision>1</cp:revision>
  <dcterms:created xsi:type="dcterms:W3CDTF">2026-01-04T10:37:55Z</dcterms:created>
  <dcterms:modified xsi:type="dcterms:W3CDTF">2026-01-04T11:20:15Z</dcterms:modified>
</cp:coreProperties>
</file>